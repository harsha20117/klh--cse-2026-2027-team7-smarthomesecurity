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52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DESIGN &amp; CIRCUIT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739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Home Security System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772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DIGITAL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CIRCUIT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" y="2743200"/>
            <a:ext cx="2377440" cy="0"/>
          </a:xfrm>
          <a:prstGeom prst="line">
            <a:avLst/>
          </a:prstGeom>
          <a:noFill/>
          <a:ln w="31750">
            <a:solidFill>
              <a:srgbClr val="2BA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063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EEF6"/>
                </a:solidFill>
              </a:rPr>
              <a:t>ONE-ZONE RULE-BASED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9EEF6"/>
                </a:solidFill>
              </a:rPr>
              <a:t>SECURITY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23444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Simulation of a Smart Home Security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70832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 digital-logic-based approach to combining security sensor conditions and classifying situations as Safe, Warning, Intrusion, or Emergency.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374446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Logisim Simulation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16752" y="36576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374446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064"/>
                </a:solidFill>
              </a:rPr>
              <a:t>AND / OR / NOT Logic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45552" y="36576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374446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B00"/>
                </a:solidFill>
              </a:rPr>
              <a:t>Single Security Zone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4617720"/>
            <a:ext cx="6629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667085"/>
                </a:solidFill>
              </a:rPr>
              <a:t>Sai Sahasra  –  2620030388</a:t>
            </a:r>
            <a:endParaRPr lang="en-US" sz="1300" dirty="0"/>
          </a:p>
          <a:p>
            <a:r>
              <a:rPr lang="en-US" sz="1300" dirty="0">
                <a:solidFill>
                  <a:srgbClr val="667085"/>
                </a:solidFill>
              </a:rPr>
              <a:t>Varshitha  –  2620030386</a:t>
            </a:r>
            <a:endParaRPr lang="en-US" sz="1300" dirty="0"/>
          </a:p>
          <a:p>
            <a:r>
              <a:rPr lang="en-US" sz="1300" dirty="0">
                <a:solidFill>
                  <a:srgbClr val="667085"/>
                </a:solidFill>
              </a:rPr>
              <a:t>Harsha  –  2620030432</a:t>
            </a:r>
            <a:endParaRPr lang="en-US" sz="1300" dirty="0"/>
          </a:p>
          <a:p>
            <a:r>
              <a:rPr lang="en-US" sz="1300" dirty="0">
                <a:solidFill>
                  <a:srgbClr val="667085"/>
                </a:solidFill>
              </a:rPr>
              <a:t>Section: [add section]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Introduction and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Brief introduction to the project and its purpose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29800" y="47548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2952" y="5623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INTRO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73152" cy="178308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The real-world setting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home security zone contains several signals that describe what is happening: door status, motion, forced entry, heat, and whether the system is armed.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73152" cy="178308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The design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sensor signal is often ambiguous by itself. The useful question is not just “did a sensor trigger?” but “what situation do these signals describe together?”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4290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371600"/>
            <a:ext cx="73152" cy="1783080"/>
          </a:xfrm>
          <a:prstGeom prst="rect">
            <a:avLst/>
          </a:prstGeom>
          <a:solidFill>
            <a:srgbClr val="3B8064"/>
          </a:solidFill>
          <a:ln w="12700">
            <a:solidFill>
              <a:srgbClr val="3B8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Our project focus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We implement a small, rule-based decision system in digital logic that turns a combination of binary inputs into a security classification and final alarm condition.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5" name="Shape 4"/>
          <p:cNvSpPr/>
          <p:nvPr/>
        </p:nvSpPr>
        <p:spPr>
          <a:xfrm>
            <a:off x="594360" y="3429000"/>
            <a:ext cx="110185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Shape 5"/>
          <p:cNvSpPr/>
          <p:nvPr/>
        </p:nvSpPr>
        <p:spPr>
          <a:xfrm>
            <a:off x="594360" y="3429000"/>
            <a:ext cx="73152" cy="201168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37" name="Text 6"/>
          <p:cNvSpPr/>
          <p:nvPr/>
        </p:nvSpPr>
        <p:spPr>
          <a:xfrm>
            <a:off x="795528" y="3566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38" name="Text 7"/>
          <p:cNvSpPr/>
          <p:nvPr/>
        </p:nvSpPr>
        <p:spPr>
          <a:xfrm>
            <a:off x="795528" y="3977639"/>
            <a:ext cx="52120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Model one security zone using the armed state and four sensor inputs as binary signals.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Classify situations as Safe, Warning, Intrusion, or Emergency.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Combine sensor states with multi-condition logic instead of treating every trigger identically.</a:t>
            </a:r>
            <a:endParaRPr lang="en-US" sz="1100" dirty="0"/>
          </a:p>
        </p:txBody>
      </p:sp>
      <p:sp>
        <p:nvSpPr>
          <p:cNvPr id="39" name="Text 7"/>
          <p:cNvSpPr/>
          <p:nvPr/>
        </p:nvSpPr>
        <p:spPr>
          <a:xfrm>
            <a:off x="6263640" y="3977639"/>
            <a:ext cx="52120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Implement the rules as Boolean logic and gates in Logisim.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Validate behavior by testing representative input combinations.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Keep the design extensible so the same zone logic can be replicated for multiple zones.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Theory and Logic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Basic concept: binary inputs combined with AND / OR / NOT logic to give a security state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8972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THEORY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8366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Armed / Disarmed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59689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Door Open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163824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192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31012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Motion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877056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325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Forced Entry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590288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45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7365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Heat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1481328"/>
            <a:ext cx="3840480" cy="3246120"/>
          </a:xfrm>
          <a:prstGeom prst="roundRect">
            <a:avLst>
              <a:gd name="adj" fmla="val 2817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9385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RULE-BASED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LOGIC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96512" y="2880360"/>
            <a:ext cx="2926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8EF"/>
                </a:solidFill>
              </a:rPr>
              <a:t>Combines armed state + sensor conditions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DCE8EF"/>
                </a:solidFill>
              </a:rPr>
              <a:t>to classify the current situation.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17720" y="373075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81762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AND / OR / NOT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81528" y="2002536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81528" y="2715768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81528" y="3429000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081528" y="4142232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81528" y="4855464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01000" y="1216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9F5E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1353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064"/>
                </a:solidFill>
              </a:rPr>
              <a:t>SAFE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91472" y="1344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Routine / no active threat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498080" y="1645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01000" y="2359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A33E"/>
                </a:solidFill>
              </a:rPr>
              <a:t>WARNING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91472" y="2487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Relevant event, not yet intrusion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498080" y="2788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01000" y="3502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3639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747"/>
                </a:solidFill>
              </a:rPr>
              <a:t>INTRUSION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491472" y="3630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Strong evidence of unauthorized entry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498080" y="3931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01000" y="4645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4782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</a:rPr>
              <a:t>EMERGENCY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91472" y="4773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Heat-related emergency condition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7498080" y="5074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8183880" y="5806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Final alarm condition is derived from the applicable higher-severity security state.</a:t>
            </a:r>
            <a:endParaRPr lang="en-US" sz="10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Logic Circuit Diagram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Signal flow for one security zone: sensors, condition logic, state outputs, final alarm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052560" y="47548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25712" y="56235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CIRCUIT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Zone 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379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5F85"/>
                </a:solidFill>
              </a:rPr>
              <a:t>ARMED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82496" y="185623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System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2020824"/>
            <a:ext cx="886968" cy="163677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514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15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BA8C6"/>
                </a:solidFill>
              </a:rPr>
              <a:t>DOOR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2496" y="26334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Door sensor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16352" y="2798064"/>
            <a:ext cx="886968" cy="85953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329184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392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BA8C6"/>
                </a:solidFill>
              </a:rPr>
              <a:t>MOTION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2496" y="34107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Motion sensor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16352" y="3575304"/>
            <a:ext cx="886968" cy="8229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406908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169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94747"/>
                </a:solidFill>
              </a:rPr>
              <a:t>FORCED ENTRY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2496" y="418795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Intrusion sensor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16352" y="4352544"/>
            <a:ext cx="886968" cy="0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" y="48463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946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7A33E"/>
                </a:solidFill>
              </a:rPr>
              <a:t>HEAT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82496" y="496519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Heat sensor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16352" y="5129784"/>
            <a:ext cx="886968" cy="0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03320" y="192024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87368" y="22128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4A"/>
                </a:solidFill>
              </a:rPr>
              <a:t>Condition &amp; State Logic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14800" y="278892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2889504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8B5B00"/>
                </a:solidFill>
              </a:rPr>
              <a:t>Warning path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248656" y="288036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Door or Motion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114800" y="3346704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344728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94747"/>
                </a:solidFill>
              </a:rPr>
              <a:t>Intrusion path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248656" y="343814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Door + Motion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114800" y="3904488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4005072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94747"/>
                </a:solidFill>
              </a:rPr>
              <a:t>Intrusion path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248656" y="399592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Forced Entry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0" y="4462272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456285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D5F85"/>
                </a:solidFill>
              </a:rPr>
              <a:t>Emergency path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248656" y="455371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Heat condition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096512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Boolean gates implement the conditions above; the classification logic then feeds the alarm output.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412480" y="1965960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E9F5E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2167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064"/>
                </a:solidFill>
              </a:rPr>
              <a:t>SAFE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21824" y="2176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360920" y="2286000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412480" y="2907792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41080" y="3108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B00"/>
                </a:solidFill>
              </a:rPr>
              <a:t>WARNING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21824" y="311810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7360920" y="3227832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412480" y="3849624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41080" y="40507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747"/>
                </a:solidFill>
              </a:rPr>
              <a:t>INTRUSION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21824" y="405993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7360920" y="4169664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412480" y="4791456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41080" y="4992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85"/>
                </a:solidFill>
              </a:rPr>
              <a:t>EMERGENCY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21824" y="50017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7360920" y="5111496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732520" y="5669280"/>
            <a:ext cx="2194560" cy="475488"/>
          </a:xfrm>
          <a:prstGeom prst="roundRect">
            <a:avLst>
              <a:gd name="adj" fmla="val 9615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87968" y="5815584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ALARM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48088" y="5431536"/>
            <a:ext cx="0" cy="237744"/>
          </a:xfrm>
          <a:prstGeom prst="line">
            <a:avLst/>
          </a:prstGeom>
          <a:noFill/>
          <a:ln w="19050">
            <a:solidFill>
              <a:srgbClr val="14324A"/>
            </a:solidFill>
            <a:prstDash val="solid"/>
            <a:headEnd type="none"/>
            <a:tailEnd type="triangle"/>
          </a:ln>
        </p:spPr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Circuit Design in Logisim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The circuit built in Logisim and how each output is generated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46920" y="47548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5623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LOGISIM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7512" y="5779008"/>
            <a:ext cx="10835640" cy="502920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779008"/>
            <a:ext cx="73152" cy="50292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888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Key principle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377440" y="5897880"/>
            <a:ext cx="9052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The circuit is deterministic: same inputs, same outputs. Heat raises Emergency even when disarmed.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0" name="Logisim circuit" descr="Logisim circuit: five inputs (Armed, Door, Motion, Forced Entry, Heat) feeding AND, OR and NOT gates to give Intrusion, Warning, Emergency, Safe and Final Alarm outpu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6949440" cy="4373403"/>
          </a:xfrm>
          <a:prstGeom prst="rect">
            <a:avLst/>
          </a:prstGeom>
        </p:spPr>
      </p:pic>
      <p:sp>
        <p:nvSpPr>
          <p:cNvPr id="41" name="Output rule Intrusion"/>
          <p:cNvSpPr/>
          <p:nvPr/>
        </p:nvSpPr>
        <p:spPr>
          <a:xfrm>
            <a:off x="8092440" y="1280160"/>
            <a:ext cx="3474720" cy="786384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44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100" b="1">
                <a:solidFill>
                  <a:srgbClr val="B4413B"/>
                </a:solidFill>
              </a:rPr>
              <a:t>INTRUSION</a:t>
            </a:r>
          </a:p>
          <a:p>
            <a:pPr algn="l"/>
            <a:r>
              <a:rPr sz="1100">
                <a:solidFill>
                  <a:srgbClr val="1B3350"/>
                </a:solidFill>
              </a:rPr>
              <a:t>Armed · (Door · Motion + Forced Entry)</a:t>
            </a:r>
          </a:p>
        </p:txBody>
      </p:sp>
      <p:sp>
        <p:nvSpPr>
          <p:cNvPr id="42" name="Output rule Warning"/>
          <p:cNvSpPr/>
          <p:nvPr/>
        </p:nvSpPr>
        <p:spPr>
          <a:xfrm>
            <a:off x="8092440" y="2157984"/>
            <a:ext cx="3474720" cy="786384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2700">
            <a:solidFill>
              <a:srgbClr val="9A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100" b="1">
                <a:solidFill>
                  <a:srgbClr val="9A6A12"/>
                </a:solidFill>
              </a:rPr>
              <a:t>WARNING</a:t>
            </a:r>
          </a:p>
          <a:p>
            <a:pPr algn="l"/>
            <a:r>
              <a:rPr sz="1100">
                <a:solidFill>
                  <a:srgbClr val="1B3350"/>
                </a:solidFill>
              </a:rPr>
              <a:t>Armed · (Door + Motion + Forced Entry) · NOT Intrusion</a:t>
            </a:r>
          </a:p>
        </p:txBody>
      </p:sp>
      <p:sp>
        <p:nvSpPr>
          <p:cNvPr id="43" name="Output rule Emergency"/>
          <p:cNvSpPr/>
          <p:nvPr/>
        </p:nvSpPr>
        <p:spPr>
          <a:xfrm>
            <a:off x="8092440" y="3035808"/>
            <a:ext cx="3474720" cy="786384"/>
          </a:xfrm>
          <a:prstGeom prst="roundRect">
            <a:avLst>
              <a:gd name="adj" fmla="val 12000"/>
            </a:avLst>
          </a:prstGeom>
          <a:solidFill>
            <a:srgbClr val="E7F0F7"/>
          </a:solidFill>
          <a:ln w="12700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100" b="1">
                <a:solidFill>
                  <a:srgbClr val="1F5F8B"/>
                </a:solidFill>
              </a:rPr>
              <a:t>EMERGENCY</a:t>
            </a:r>
          </a:p>
          <a:p>
            <a:pPr algn="l"/>
            <a:r>
              <a:rPr sz="1100">
                <a:solidFill>
                  <a:srgbClr val="1B3350"/>
                </a:solidFill>
              </a:rPr>
              <a:t>Heat</a:t>
            </a:r>
          </a:p>
        </p:txBody>
      </p:sp>
      <p:sp>
        <p:nvSpPr>
          <p:cNvPr id="44" name="Output rule Safe"/>
          <p:cNvSpPr/>
          <p:nvPr/>
        </p:nvSpPr>
        <p:spPr>
          <a:xfrm>
            <a:off x="8092440" y="3913631"/>
            <a:ext cx="3474720" cy="786384"/>
          </a:xfrm>
          <a:prstGeom prst="roundRect">
            <a:avLst>
              <a:gd name="adj" fmla="val 12000"/>
            </a:avLst>
          </a:prstGeom>
          <a:solidFill>
            <a:srgbClr val="E6F3EC"/>
          </a:solidFill>
          <a:ln w="12700"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100" b="1">
                <a:solidFill>
                  <a:srgbClr val="2F7D5B"/>
                </a:solidFill>
              </a:rPr>
              <a:t>SAFE</a:t>
            </a:r>
          </a:p>
          <a:p>
            <a:pPr algn="l"/>
            <a:r>
              <a:rPr sz="1100">
                <a:solidFill>
                  <a:srgbClr val="1B3350"/>
                </a:solidFill>
              </a:rPr>
              <a:t>NOT (Warning + Intrusion + Emergency)</a:t>
            </a:r>
          </a:p>
        </p:txBody>
      </p:sp>
      <p:sp>
        <p:nvSpPr>
          <p:cNvPr id="45" name="Output rule Final Alarm"/>
          <p:cNvSpPr/>
          <p:nvPr/>
        </p:nvSpPr>
        <p:spPr>
          <a:xfrm>
            <a:off x="8092440" y="4791456"/>
            <a:ext cx="3474720" cy="786384"/>
          </a:xfrm>
          <a:prstGeom prst="roundRect">
            <a:avLst>
              <a:gd name="adj" fmla="val 12000"/>
            </a:avLst>
          </a:prstGeom>
          <a:solidFill>
            <a:srgbClr val="1B3350"/>
          </a:solidFill>
          <a:ln w="12700">
            <a:solidFill>
              <a:srgbClr val="1B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100" b="1">
                <a:solidFill>
                  <a:srgbClr val="FFFFFF"/>
                </a:solidFill>
              </a:rPr>
              <a:t>FINAL ALARM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Intrusion + Emergency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Simulation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Input–output combinations and expected states from the Logisim simulation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82912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6064" y="56235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868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5389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533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0332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34840" y="1325880"/>
            <a:ext cx="868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145389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49240" y="1325880"/>
            <a:ext cx="2011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45389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43800" y="1325880"/>
            <a:ext cx="16459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45389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Expected state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81160" y="1325880"/>
            <a:ext cx="182880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14538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" y="1737360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Normal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50876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224028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297180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370332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434840" y="1737360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349240" y="1737360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No active security event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7543800" y="1737360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064"/>
                </a:solidFill>
              </a:rPr>
              <a:t>SAFE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9281160" y="1737360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1901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Disarmed / idle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621792" y="2313432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2478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Door while armed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150876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5448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224028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297180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70332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4434840" y="2313432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2478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5349240" y="2313432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Open door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7543800" y="2313432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2478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5B00"/>
                </a:solidFill>
              </a:rPr>
              <a:t>WARNING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9281160" y="2313432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Suspicious but not yet intrusion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621792" y="2889504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Door + motion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150876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224028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297180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370332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434840" y="2889504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72" name="Shape 70"/>
          <p:cNvSpPr/>
          <p:nvPr/>
        </p:nvSpPr>
        <p:spPr>
          <a:xfrm>
            <a:off x="5349240" y="2889504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94960" y="3054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Open door + movement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543800" y="2889504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C94747"/>
                </a:solidFill>
              </a:rPr>
              <a:t>INTRUSION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9281160" y="2889504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26880" y="30540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Stronger combined evidence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621792" y="3465576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7512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Forced entry</a:t>
            </a:r>
            <a:endParaRPr lang="en-US" sz="840" dirty="0"/>
          </a:p>
        </p:txBody>
      </p:sp>
      <p:sp>
        <p:nvSpPr>
          <p:cNvPr id="80" name="Shape 78"/>
          <p:cNvSpPr/>
          <p:nvPr/>
        </p:nvSpPr>
        <p:spPr>
          <a:xfrm>
            <a:off x="150876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5448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224028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297180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1752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86" name="Shape 84"/>
          <p:cNvSpPr/>
          <p:nvPr/>
        </p:nvSpPr>
        <p:spPr>
          <a:xfrm>
            <a:off x="370332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4904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88" name="Shape 86"/>
          <p:cNvSpPr/>
          <p:nvPr/>
        </p:nvSpPr>
        <p:spPr>
          <a:xfrm>
            <a:off x="4434840" y="3465576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90" name="Shape 88"/>
          <p:cNvSpPr/>
          <p:nvPr/>
        </p:nvSpPr>
        <p:spPr>
          <a:xfrm>
            <a:off x="5349240" y="3465576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94960" y="3630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Direct intrusion signal</a:t>
            </a:r>
            <a:endParaRPr lang="en-US" sz="840" dirty="0"/>
          </a:p>
        </p:txBody>
      </p:sp>
      <p:sp>
        <p:nvSpPr>
          <p:cNvPr id="92" name="Shape 90"/>
          <p:cNvSpPr/>
          <p:nvPr/>
        </p:nvSpPr>
        <p:spPr>
          <a:xfrm>
            <a:off x="7543800" y="3465576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89520" y="3630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C94747"/>
                </a:solidFill>
              </a:rPr>
              <a:t>INTRUSION</a:t>
            </a:r>
            <a:endParaRPr lang="en-US" sz="840" dirty="0"/>
          </a:p>
        </p:txBody>
      </p:sp>
      <p:sp>
        <p:nvSpPr>
          <p:cNvPr id="94" name="Shape 92"/>
          <p:cNvSpPr/>
          <p:nvPr/>
        </p:nvSpPr>
        <p:spPr>
          <a:xfrm>
            <a:off x="9281160" y="3465576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26880" y="3630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High-confidence trigger</a:t>
            </a:r>
            <a:endParaRPr lang="en-US" sz="840" dirty="0"/>
          </a:p>
        </p:txBody>
      </p:sp>
      <p:sp>
        <p:nvSpPr>
          <p:cNvPr id="96" name="Shape 94"/>
          <p:cNvSpPr/>
          <p:nvPr/>
        </p:nvSpPr>
        <p:spPr>
          <a:xfrm>
            <a:off x="621792" y="4041648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7512" y="4206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Heat</a:t>
            </a:r>
            <a:endParaRPr lang="en-US" sz="840" dirty="0"/>
          </a:p>
        </p:txBody>
      </p:sp>
      <p:sp>
        <p:nvSpPr>
          <p:cNvPr id="98" name="Shape 96"/>
          <p:cNvSpPr/>
          <p:nvPr/>
        </p:nvSpPr>
        <p:spPr>
          <a:xfrm>
            <a:off x="150876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5448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00" name="Shape 98"/>
          <p:cNvSpPr/>
          <p:nvPr/>
        </p:nvSpPr>
        <p:spPr>
          <a:xfrm>
            <a:off x="224028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2" name="Shape 100"/>
          <p:cNvSpPr/>
          <p:nvPr/>
        </p:nvSpPr>
        <p:spPr>
          <a:xfrm>
            <a:off x="297180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4" name="Shape 102"/>
          <p:cNvSpPr/>
          <p:nvPr/>
        </p:nvSpPr>
        <p:spPr>
          <a:xfrm>
            <a:off x="370332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4904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4434840" y="4041648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80560" y="4206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5349240" y="4041648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39496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Dangerous heat</a:t>
            </a:r>
            <a:endParaRPr lang="en-US" sz="840" dirty="0"/>
          </a:p>
        </p:txBody>
      </p:sp>
      <p:sp>
        <p:nvSpPr>
          <p:cNvPr id="110" name="Shape 108"/>
          <p:cNvSpPr/>
          <p:nvPr/>
        </p:nvSpPr>
        <p:spPr>
          <a:xfrm>
            <a:off x="7543800" y="4041648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0" y="4206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D5F85"/>
                </a:solidFill>
              </a:rPr>
              <a:t>EMERGENCY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9281160" y="4041648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326880" y="4206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Different threat category</a:t>
            </a:r>
            <a:endParaRPr lang="en-US" sz="840" dirty="0"/>
          </a:p>
        </p:txBody>
      </p:sp>
      <p:sp>
        <p:nvSpPr>
          <p:cNvPr id="114" name="Shape 112"/>
          <p:cNvSpPr/>
          <p:nvPr/>
        </p:nvSpPr>
        <p:spPr>
          <a:xfrm>
            <a:off x="621792" y="4617720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7512" y="4782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Disarmed activity</a:t>
            </a:r>
            <a:endParaRPr lang="en-US" sz="840" dirty="0"/>
          </a:p>
        </p:txBody>
      </p:sp>
      <p:sp>
        <p:nvSpPr>
          <p:cNvPr id="116" name="Shape 114"/>
          <p:cNvSpPr/>
          <p:nvPr/>
        </p:nvSpPr>
        <p:spPr>
          <a:xfrm>
            <a:off x="150876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5448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18" name="Shape 116"/>
          <p:cNvSpPr/>
          <p:nvPr/>
        </p:nvSpPr>
        <p:spPr>
          <a:xfrm>
            <a:off x="224028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8600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20" name="Shape 118"/>
          <p:cNvSpPr/>
          <p:nvPr/>
        </p:nvSpPr>
        <p:spPr>
          <a:xfrm>
            <a:off x="297180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1752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22" name="Shape 120"/>
          <p:cNvSpPr/>
          <p:nvPr/>
        </p:nvSpPr>
        <p:spPr>
          <a:xfrm>
            <a:off x="370332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4904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24" name="Shape 122"/>
          <p:cNvSpPr/>
          <p:nvPr/>
        </p:nvSpPr>
        <p:spPr>
          <a:xfrm>
            <a:off x="4434840" y="4617720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480560" y="4782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26" name="Shape 124"/>
          <p:cNvSpPr/>
          <p:nvPr/>
        </p:nvSpPr>
        <p:spPr>
          <a:xfrm>
            <a:off x="5349240" y="4617720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39496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Normal activity</a:t>
            </a:r>
            <a:endParaRPr lang="en-US" sz="840" dirty="0"/>
          </a:p>
        </p:txBody>
      </p:sp>
      <p:sp>
        <p:nvSpPr>
          <p:cNvPr id="128" name="Shape 126"/>
          <p:cNvSpPr/>
          <p:nvPr/>
        </p:nvSpPr>
        <p:spPr>
          <a:xfrm>
            <a:off x="7543800" y="4617720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589520" y="4782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064"/>
                </a:solidFill>
              </a:rPr>
              <a:t>SAFE*</a:t>
            </a:r>
            <a:endParaRPr lang="en-US" sz="840" dirty="0"/>
          </a:p>
        </p:txBody>
      </p:sp>
      <p:sp>
        <p:nvSpPr>
          <p:cNvPr id="130" name="Shape 128"/>
          <p:cNvSpPr/>
          <p:nvPr/>
        </p:nvSpPr>
        <p:spPr>
          <a:xfrm>
            <a:off x="9281160" y="4617720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326880" y="4782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Security response disabled</a:t>
            </a:r>
            <a:endParaRPr lang="en-US" sz="840" dirty="0"/>
          </a:p>
        </p:txBody>
      </p:sp>
      <p:sp>
        <p:nvSpPr>
          <p:cNvPr id="132" name="Text 130"/>
          <p:cNvSpPr/>
          <p:nvPr/>
        </p:nvSpPr>
        <p:spPr>
          <a:xfrm>
            <a:off x="658368" y="54406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67085"/>
                </a:solidFill>
              </a:rPr>
              <a:t>* Disarmed behavior follows the final truth table of the submitted circuit.</a:t>
            </a:r>
            <a:endParaRPr lang="en-US" sz="880" dirty="0"/>
          </a:p>
        </p:txBody>
      </p:sp>
      <p:sp>
        <p:nvSpPr>
          <p:cNvPr id="133" name="Shape 131"/>
          <p:cNvSpPr/>
          <p:nvPr/>
        </p:nvSpPr>
        <p:spPr>
          <a:xfrm>
            <a:off x="8759952" y="5349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759952" y="5349240"/>
            <a:ext cx="73152" cy="77724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61120" y="54955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Add screenshot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961120" y="5824728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Paste the Logisim simulation screenshot here.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658368" y="59070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D5F85"/>
                </a:solidFill>
              </a:rPr>
              <a:t>Discussion: the key result is not merely “alarm ON”; it is the distinction between different conditions using combined inputs.</a:t>
            </a:r>
            <a:endParaRPr lang="en-US" sz="1080" dirty="0"/>
          </a:p>
        </p:txBody>
      </p:sp>
      <p:sp>
        <p:nvSpPr>
          <p:cNvPr id="1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Conclusion and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Outcome, applications, and possible improvements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81160" y="475488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4312" y="56235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</a:rPr>
              <a:t>We converted a real-world security problem into a deterministic digital decision system.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4944" y="202996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168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2057400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 simple “any sensor → alarm” approach does not distinguish ordinary activity from stronger evidence of intrusion or a different emergency.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788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8757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B00"/>
                </a:solidFill>
              </a:rPr>
              <a:t>Outcome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81635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The rules are expressed in Boolean logic and implemented as a one-zone circuit in Logisim, tested on representative input combinations.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" y="354787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6347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064"/>
                </a:solidFill>
              </a:rPr>
              <a:t>Applications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575304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Home and office security panels, shop or warehouse zone monitoring, and a teaching example of rule-based combinational logic.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" y="430682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39369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4747"/>
                </a:solidFill>
              </a:rPr>
              <a:t>Improvements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4334256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Add an entry-delay timer and latching alarm (sequential logic), keypad arm/disarm, and real sensor or microcontroller interfacing.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" y="5065776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515264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How it scales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5093208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The same zone-level logic can be replicated and combined to form a larger multi-zone system.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" y="5870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</a:rPr>
              <a:t>Core takeaway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58155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5F85"/>
                </a:solidFill>
              </a:rPr>
              <a:t>Inputs → conditions → situation → alarm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Textbooks and tools used for the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8972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REFERENCES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73152" cy="1920240"/>
          </a:xfrm>
          <a:prstGeom prst="rect">
            <a:avLst/>
          </a:prstGeom>
          <a:solidFill>
            <a:srgbClr val="1D5F85"/>
          </a:solidFill>
          <a:ln w="12700">
            <a:solidFill>
              <a:srgbClr val="1D5F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1790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Digital logic 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1847088"/>
            <a:ext cx="4983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1. M. Morris Mano &amp; Michael D. Ciletti, Digital Design: With an Introduction to the Verilog HDL.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 Thomas L. Floyd, Digital Fundamentals.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 your prescribed textbook / lecture notes as the primary academic source for Boolean logic, combinational circuits, and truth tables.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371600"/>
            <a:ext cx="73152" cy="192024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1790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Tools and course material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47088"/>
            <a:ext cx="4983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1. Logisim – digital logic design and simulation tool (Carl Burch).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 Course lecture notes on Boolean algebra, logic gates and combinational circuits.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4114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324A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1322</Words>
  <Application>Microsoft Office PowerPoint</Application>
  <PresentationFormat>Widescreen</PresentationFormat>
  <Paragraphs>289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 Smart Home Security System</dc:title>
  <dc:subject>Digital Design and Circuit Analysis Project</dc:subject>
  <dc:creator>OpenAI</dc:creator>
  <cp:lastModifiedBy>Harsha Ravikanti</cp:lastModifiedBy>
  <cp:revision>2</cp:revision>
  <dcterms:created xsi:type="dcterms:W3CDTF">2026-09-11T19:16:35Z</dcterms:created>
  <dcterms:modified xsi:type="dcterms:W3CDTF">2026-09-11T19:45:44Z</dcterms:modified>
</cp:coreProperties>
</file>